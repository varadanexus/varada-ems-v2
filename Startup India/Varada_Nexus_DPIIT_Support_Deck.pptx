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fbb04ae684481" /><Relationship Type="http://schemas.openxmlformats.org/officeDocument/2006/relationships/extended-properties" Target="/docProps/app.xml" Id="R73f3a02e81b74115" /><Relationship Type="http://schemas.openxmlformats.org/officeDocument/2006/relationships/officeDocument" Target="/ppt/presentation.xml" Id="R239818afd99b4d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14180f38814da9"/>
  </p:sldMasterIdLst>
  <p:notesMasterIdLst>
    <p:notesMasterId xmlns:r="http://schemas.openxmlformats.org/officeDocument/2006/relationships" r:id="R4e5bfa13597447f5"/>
  </p:notesMasterIdLst>
  <p:sldIdLst>
    <p:sldId xmlns:r="http://schemas.openxmlformats.org/officeDocument/2006/relationships" id="256" r:id="R67900efe8ae54ea9"/>
    <p:sldId xmlns:r="http://schemas.openxmlformats.org/officeDocument/2006/relationships" id="257" r:id="R1795e76320fc453b"/>
    <p:sldId xmlns:r="http://schemas.openxmlformats.org/officeDocument/2006/relationships" id="258" r:id="R3e55f111562148fa"/>
    <p:sldId xmlns:r="http://schemas.openxmlformats.org/officeDocument/2006/relationships" id="259" r:id="R376c846ca2b44931"/>
    <p:sldId xmlns:r="http://schemas.openxmlformats.org/officeDocument/2006/relationships" id="260" r:id="Raa150261c821426e"/>
    <p:sldId xmlns:r="http://schemas.openxmlformats.org/officeDocument/2006/relationships" id="261" r:id="Rbb307d54785e4b65"/>
    <p:sldId xmlns:r="http://schemas.openxmlformats.org/officeDocument/2006/relationships" id="262" r:id="Rac66faad34ce40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798b2de11645b1" /><Relationship Type="http://schemas.openxmlformats.org/officeDocument/2006/relationships/slideMaster" Target="/ppt/slideMasters/slideMaster1.xml" Id="Rd814180f38814da9" /><Relationship Type="http://schemas.openxmlformats.org/officeDocument/2006/relationships/notesMaster" Target="/ppt/notesMasters/notesMaster1.xml" Id="R4e5bfa13597447f5" /><Relationship Type="http://schemas.openxmlformats.org/officeDocument/2006/relationships/presProps" Target="/ppt/presProps.xml" Id="R35fd062ea1674b3a" /><Relationship Type="http://schemas.openxmlformats.org/officeDocument/2006/relationships/tableStyles" Target="/ppt/tableStyles.xml" Id="R2914fb0431ec4dee" /><Relationship Type="http://schemas.openxmlformats.org/officeDocument/2006/relationships/slide" Target="/ppt/slides/slide1.xml" Id="R67900efe8ae54ea9" /><Relationship Type="http://schemas.openxmlformats.org/officeDocument/2006/relationships/slide" Target="/ppt/slides/slide2.xml" Id="R1795e76320fc453b" /><Relationship Type="http://schemas.openxmlformats.org/officeDocument/2006/relationships/slide" Target="/ppt/slides/slide3.xml" Id="R3e55f111562148fa" /><Relationship Type="http://schemas.openxmlformats.org/officeDocument/2006/relationships/slide" Target="/ppt/slides/slide4.xml" Id="R376c846ca2b44931" /><Relationship Type="http://schemas.openxmlformats.org/officeDocument/2006/relationships/slide" Target="/ppt/slides/slide5.xml" Id="Raa150261c821426e" /><Relationship Type="http://schemas.openxmlformats.org/officeDocument/2006/relationships/slide" Target="/ppt/slides/slide6.xml" Id="Rbb307d54785e4b65" /><Relationship Type="http://schemas.openxmlformats.org/officeDocument/2006/relationships/slide" Target="/ppt/slides/slide7.xml" Id="Rac66faad34ce40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dc6d054c1e41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0ca59c9cd94f72" /><Relationship Type="http://schemas.openxmlformats.org/officeDocument/2006/relationships/notesMaster" Target="/ppt/notesMasters/notesMaster1.xml" Id="R7f7b78bfce0143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7183c827f34e5c" /><Relationship Type="http://schemas.openxmlformats.org/officeDocument/2006/relationships/notesMaster" Target="/ppt/notesMasters/notesMaster1.xml" Id="R157ab212bf784d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1689a32a164d7f" /><Relationship Type="http://schemas.openxmlformats.org/officeDocument/2006/relationships/notesMaster" Target="/ppt/notesMasters/notesMaster1.xml" Id="R2a2da1d3b8744d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1f27dec19b4b1c" /><Relationship Type="http://schemas.openxmlformats.org/officeDocument/2006/relationships/notesMaster" Target="/ppt/notesMasters/notesMaster1.xml" Id="R07482537c28047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776f34344c4d15" /><Relationship Type="http://schemas.openxmlformats.org/officeDocument/2006/relationships/notesMaster" Target="/ppt/notesMasters/notesMaster1.xml" Id="R26e42f7ab68741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fbdba5e0a74a36" /><Relationship Type="http://schemas.openxmlformats.org/officeDocument/2006/relationships/notesMaster" Target="/ppt/notesMasters/notesMaster1.xml" Id="R23f1e8e134794c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99d29c4b04541fc" /><Relationship Type="http://schemas.openxmlformats.org/officeDocument/2006/relationships/notesMaster" Target="/ppt/notesMasters/notesMaster1.xml" Id="R4459849accab49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https://www.varadanexus.com/</a:t>
            </a:r>
          </a:p>
          <a:p xmlns:a="http://schemas.openxmlformats.org/drawingml/2006/main">
            <a:r>
              <a:t>- https://www.varadanexus.com/founder.html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Certificate of Incorporation already attached to the NSWS application as CIN.pdf.</a:t>
            </a:r>
          </a:p>
          <a:p xmlns:a="http://schemas.openxmlformats.org/drawingml/2006/main">
            <a:r>
              <a:t>- https://www.varadanexus.com/</a:t>
            </a:r>
          </a:p>
          <a:p xmlns:a="http://schemas.openxmlformats.org/drawingml/2006/main">
            <a:r>
              <a:t>- Management confirmation: the company is currently pre-revenue and the EMS is used internally.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https://www.varadanexus.com/hospital.html</a:t>
            </a:r>
          </a:p>
          <a:p xmlns:a="http://schemas.openxmlformats.org/drawingml/2006/main">
            <a:r>
              <a:t>- https://www.varadanexus.com/consultancy.html</a:t>
            </a:r>
          </a:p>
          <a:p xmlns:a="http://schemas.openxmlformats.org/drawingml/2006/main">
            <a:r>
              <a:t>- Inference from the company service model and internal operating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https://www.varadanexus.com/</a:t>
            </a:r>
          </a:p>
          <a:p xmlns:a="http://schemas.openxmlformats.org/drawingml/2006/main">
            <a:r>
              <a:t>- https://www.varadanexus.com/hospital.html</a:t>
            </a:r>
          </a:p>
          <a:p xmlns:a="http://schemas.openxmlformats.org/drawingml/2006/main">
            <a:r>
              <a:t>- https://www.varadanexus.com/consultancy.html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D:/Varada EMS 2.0/README.md</a:t>
            </a:r>
          </a:p>
          <a:p xmlns:a="http://schemas.openxmlformats.org/drawingml/2006/main">
            <a:r>
              <a:t>- D:/Varada EMS 2.0/docs/transportation-ems2-design.md</a:t>
            </a:r>
          </a:p>
          <a:p xmlns:a="http://schemas.openxmlformats.org/drawingml/2006/main">
            <a:r>
              <a:t>- Management roadmap provided for this DPIIT application: internal EMS with future SaaS commercialization.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https://www.varadanexus.com/services.html</a:t>
            </a:r>
          </a:p>
          <a:p xmlns:a="http://schemas.openxmlformats.org/drawingml/2006/main">
            <a:r>
              <a:t>- https://www.varadanexus.com/team.html</a:t>
            </a:r>
          </a:p>
          <a:p xmlns:a="http://schemas.openxmlformats.org/drawingml/2006/main">
            <a:r>
              <a:t>- D:/Varada EMS 2.0/README.md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https://www.varadanexus.com/</a:t>
            </a:r>
          </a:p>
          <a:p xmlns:a="http://schemas.openxmlformats.org/drawingml/2006/main">
            <a:r>
              <a:t>- Company classification selected in the NSWS DPIIT recognition application.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327e3f90ab46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b2ef5086d24bfa" /><Relationship Type="http://schemas.openxmlformats.org/officeDocument/2006/relationships/slideLayout" Target="/ppt/slideLayouts/slideLayout1.xml" Id="R6c00aecff3674b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00aecff3674b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f054dfb404dfc" /><Relationship Type="http://schemas.openxmlformats.org/officeDocument/2006/relationships/image" Target="/ppt/media/image.png" Id="Re1662021441c4281" /><Relationship Type="http://schemas.openxmlformats.org/officeDocument/2006/relationships/notesSlide" Target="/ppt/notesSlides/notesSlide1.xml" Id="R1ba4931bb08148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a18cdff0b448a" /><Relationship Type="http://schemas.openxmlformats.org/officeDocument/2006/relationships/notesSlide" Target="/ppt/notesSlides/notesSlide2.xml" Id="R1f978f71553b4f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19d7f6f3964448" /><Relationship Type="http://schemas.openxmlformats.org/officeDocument/2006/relationships/notesSlide" Target="/ppt/notesSlides/notesSlide3.xml" Id="R7b9935b90409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f7730a31984799" /><Relationship Type="http://schemas.openxmlformats.org/officeDocument/2006/relationships/notesSlide" Target="/ppt/notesSlides/notesSlide4.xml" Id="Rfb6292d8476945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3b525f4204741" /><Relationship Type="http://schemas.openxmlformats.org/officeDocument/2006/relationships/notesSlide" Target="/ppt/notesSlides/notesSlide5.xml" Id="Rdd7e714f6fe146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daebd85024b1e" /><Relationship Type="http://schemas.openxmlformats.org/officeDocument/2006/relationships/notesSlide" Target="/ppt/notesSlides/notesSlide6.xml" Id="R6cabac0e0c1e45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7950c5863411e" /><Relationship Type="http://schemas.openxmlformats.org/officeDocument/2006/relationships/notesSlide" Target="/ppt/notesSlides/notesSlide7.xml" Id="Raebab3bd15c142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D75CAD93-B0C0-4693-9B9F-408E84C4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Varada Nexus
Private Limited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C9AABD14-5511-4D06-9D07-388DB9AD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Technology-enabled execution across healthcare, infrastructure and operations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C351E6E-E949-4307-8F78-256E0CB3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DPIIT STARTUP RECOGNITION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62021441c4281"/>
          <a:stretch xmlns:a="http://schemas.openxmlformats.org/drawingml/2006/main"/>
        </p:blipFill>
        <p:spPr>
          <a:xfrm xmlns:a="http://schemas.openxmlformats.org/drawingml/2006/main">
            <a:off x="10287000" y="450136"/>
            <a:ext cx="1238250" cy="85232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57023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68D4027F-D093-48F6-9267-DA6EF71E5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79D1CF24-B071-4FF3-A9BE-581D83F8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Verified company and application snapshot</a:t>
            </a:r>
          </a:p>
        </p:txBody>
      </p:sp>
      <p:graphicFrame>
        <p:nvGraphicFramePr>
          <p:cNvPr id="6" name="Table-3-4"/>
          <p:cNvGraphicFramePr/>
          <p:nvPr/>
        </p:nvGraphicFramePr>
        <p:xfrm>
          <a:off xmlns:a="http://schemas.openxmlformats.org/drawingml/2006/main" x="393668" y="2079974"/>
          <a:ext xmlns:a="http://schemas.openxmlformats.org/drawingml/2006/main" cx="11404664" cy="391439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9309068"/>
              </a:tblGrid>
              <a:tr h="652399">
                <a:tc>
                  <a:txBody>
                    <a:bodyPr/>
                    <a:lstStyle/>
                    <a:p>
                      <a:r>
                        <a:t>LEGAL ENTITY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VARADA NEXUS PRIVATE LIMITED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CIN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U43121AP2025PTC117741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INCORPORATED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 February 2025 · Andhra Pradesh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CLASSIFICATION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Healthcare &amp; Lifesciences · Healthcare Services · Platform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CURRENT STAGE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Pre-revenue · Internal EMS deployed for company operations</a:t>
                      </a:r>
                    </a:p>
                  </a:txBody>
                  <a:tcPr marL="91440" marR="91440" marT="45720" marB="45720"/>
                </a:tc>
              </a:tr>
              <a:tr h="652399">
                <a:tc>
                  <a:txBody>
                    <a:bodyPr/>
                    <a:lstStyle/>
                    <a:p>
                      <a:r>
                        <a:t>INNOVATION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Integrated execution model with a future modular SaaS roadmap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1570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353F9EA4-5589-40C1-BA98-2AF71304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014F975-50E8-49D4-8D4C-38AB8BE4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Fragmented execution creates costly gaps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47C9237-0726-4907-B0F5-03105790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operating problem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F4FAA8F8-4B8E-4F77-A1FD-14BDAB41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execution framework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6FC1A928-1163-4165-A160-E560A04D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4A167E35-8A29-450D-B328-FF31D6B1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Hospital promoters and asset-heavy businesses coordinate planning, approvals, contractors, procurement, staffing, logistics, documents and finance across disconnected vendors and spreadsheets.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result is delay, compliance risk, cost leakage, weak accountability and poor operational readiness.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F81B3922-9C56-472C-AC7A-51996BFBF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Doctor-led healthcare insight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738F9543-49A4-456A-8118-2C935F1F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6093BCFA-8693-4ED9-9975-298C25B3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Compliance + operations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1A28FB2E-F12A-4602-A09D-C8D111DF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A363E0BB-DF79-4131-B4FC-BE523FF1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Internal EMS coordination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24264ECD-C4D2-47F6-98E8-3D4C4E38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BFFC5110-FBCB-4014-88D5-1BD9CCD4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Future SaaS modules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27486EDC-8DB7-4FAA-9B36-43FF329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</p:spTree>
    <p:extLst>
      <p:ext uri="{BB962C8B-B14F-4D97-AF65-F5344CB8AC3E}">
        <p14:creationId xmlns:p14="http://schemas.microsoft.com/office/powerpoint/2010/main" val="12530351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88DBE32E-267B-462D-B67B-97FB42D6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1F81B80-3826-4343-961A-848418E2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One model connects strategy to operations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EF223346-4699-4CC3-9A9D-DD16C20A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Feasibility, clinical requirements, system design, approvals and execution planning.</a:t>
            </a:r>
          </a:p>
        </p:txBody>
      </p:sp>
      <p:sp>
        <p:nvSpPr>
          <p:cNvPr id="4" name="Content-Placeholder-1-5">
            <a:extLst xmlns:a="http://schemas.openxmlformats.org/drawingml/2006/main">
              <a:ext uri="{FF2B5EF4-FFF2-40B4-BE49-F238E27FC236}">
                <a16:creationId xmlns:a16="http://schemas.microsoft.com/office/drawing/2014/main" id="{B10B25D7-6C24-4F79-ABDD-E0A89197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Operate and improve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Structured workflows, documentation, billing events, performance oversight and optimization.</a:t>
            </a:r>
          </a:p>
        </p:txBody>
      </p:sp>
      <p:sp>
        <p:nvSpPr>
          <p:cNvPr id="5" name="Content-Placeholder-2-6">
            <a:extLst xmlns:a="http://schemas.openxmlformats.org/drawingml/2006/main">
              <a:ext uri="{FF2B5EF4-FFF2-40B4-BE49-F238E27FC236}">
                <a16:creationId xmlns:a16="http://schemas.microsoft.com/office/drawing/2014/main" id="{942D10E7-DC06-45F0-91FE-25F526F4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365468"/>
            <a:ext cx="3568732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Infrastructure, equipment, workforce, vendors, logistics and launch coordination.</a:t>
            </a:r>
          </a:p>
        </p:txBody>
      </p:sp>
    </p:spTree>
    <p:extLst>
      <p:ext uri="{BB962C8B-B14F-4D97-AF65-F5344CB8AC3E}">
        <p14:creationId xmlns:p14="http://schemas.microsoft.com/office/powerpoint/2010/main" val="21172410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7DBB369A-5134-4A8B-A04B-245BDF5A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6F22B17-4EF8-4A23-ACFD-7674EA7B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EMS converts operating know-how into a scalable product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C43FEDB-07A3-47DA-9B41-E8E91F0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3381922-011C-4393-A6A6-C713E7AF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1E93E91-09B9-47CD-AF93-2CDB16084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E5E9CDE1-394A-40B9-B597-81874BE4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0664C401-9300-4A07-A6E6-0C895F36C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71BDD557-083D-45C0-8485-37BE5AE1C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CD0AF21D-DF58-4B81-BEC1-BE4161D7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Product hardening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Standardize sector workflows, strengthen controls and validate selected modules through internal use.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D21B7BB7-7302-48FF-9E0F-2AE67AA8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Internal deployment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modular EMS coordinates company projects, workflows, documents, logistics, billing and performance.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DC4535DC-602B-407B-A0D8-8966635D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SaaS commercialization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Offer selected modules to hospitals and other asset-heavy businesses through subscription licensing.</a:t>
            </a:r>
          </a:p>
        </p:txBody>
      </p:sp>
    </p:spTree>
    <p:extLst>
      <p:ext uri="{BB962C8B-B14F-4D97-AF65-F5344CB8AC3E}">
        <p14:creationId xmlns:p14="http://schemas.microsoft.com/office/powerpoint/2010/main" val="13651240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0E282B43-9433-4102-9DA2-781795B2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9CB8BF7-584C-4292-8428-9BA38953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Innovation is grounded in real operating use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78E6560-7C78-49DA-89F4-3E8587F0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279E235D-9D0D-4FA3-AA7A-63A2619F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Evidence today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6F7193A6-AB3C-42C8-9F98-FB3F6FE0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Public service offering and leadership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Working internal EMS codebase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Structured healthcare and logistics workflows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1BE52A32-2E9D-4875-8F75-3D01D6B4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21349A2F-8E83-428A-B0FD-CAD777F0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Pre-revenue commercial pathway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4B29835F-EE38-423B-9D5B-E0B8A35F0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Planned project and implementation fees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Planned operational and logistics services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Future SaaS subscription or licensing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63F423DD-784D-4635-8CB1-DA569A1C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Technology-enabled execution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Varada Nexus combines domain expertise, infrastructure execution and an internally developed operating platform.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model is designed to be repeatable across projects and progressively productized.</a:t>
            </a:r>
          </a:p>
        </p:txBody>
      </p:sp>
    </p:spTree>
    <p:extLst>
      <p:ext uri="{BB962C8B-B14F-4D97-AF65-F5344CB8AC3E}">
        <p14:creationId xmlns:p14="http://schemas.microsoft.com/office/powerpoint/2010/main" val="159567433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5C9E9136-86FE-4B11-88D2-AA91AA7A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Built to scale.
Grounded in execution.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63197C7-C081-4312-BC65-F52944DE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Healthcare &amp; Lifesciences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Healthcare Services · Platform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www.varadanexus.com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5DEA4A74-10B7-4155-9DA3-00F3873B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DPIIT REVIEW</a:t>
            </a:r>
          </a:p>
        </p:txBody>
      </p:sp>
    </p:spTree>
    <p:extLst>
      <p:ext uri="{BB962C8B-B14F-4D97-AF65-F5344CB8AC3E}">
        <p14:creationId xmlns:p14="http://schemas.microsoft.com/office/powerpoint/2010/main" val="1813472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2026-07-24T10:14:31.2400000Z</dcterms:created>
  <dcterms:modified xsi:type="dcterms:W3CDTF">2026-07-24T10:14:31.2410000Z</dcterms:modified>
</coreProperties>
</file>